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6B76D5-81B1-ACC9-2B43-9A56A8D73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7C56B37-C1E1-0961-E888-4C9E2B712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066B50-B7FD-2510-A594-282075BF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C08D0B-7327-01F0-0936-D76CD0C0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743026-9E2E-F032-9EE5-296E5A1F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620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E46ADA-D45C-B433-4BDF-CF95D711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F494C0-3C6E-E729-FD99-BFDC9D24B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240584-8403-CE5E-7FA1-59CDD045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A26B1D-E142-832C-8EAE-D31C2E97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EA5DEC-5F46-A546-09DB-2F42576F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65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646E1C-6BCA-4526-ED54-45E6EBE15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CE1409-6560-F44C-F2D3-D37E8B69F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431D96-781B-4354-7FD8-F02A3239F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92856F-B210-E506-C8AB-C2AA68FB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119FA5-FB19-211D-7079-DBAE5864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73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570D65-47A1-DA61-1521-E6767DCD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A89E28-EE4E-FB25-313C-A39275DF5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9B87CD-919B-9CD2-0ECA-0E50CD419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75349A-452A-D294-FA94-926F03A5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22E62C-898D-35B2-5BE8-4A7D517DD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74AC31-FEFF-0F56-C0A7-C6FE9059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509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75149-64DA-C985-8E32-6BA3C896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0C1D8A-7C48-49F4-CBA5-AF5A0DCB1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CD852D-A645-D781-3AEA-715BB4068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184DD4C-D5EE-5CC2-4B8E-C1CF6339E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DD68C0A-E5BC-DABB-7C82-31C5923653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268CAD1-F127-AD35-799B-C67331CC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841C439-9A29-20A6-96EE-C498955B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FF36668-2AF8-B6D6-EE87-C258E3F7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769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1F059A-6A6F-FEE3-2E39-3C16E4536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01793B9-27F6-1071-8D1D-C00C905D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ECAC17-CEF8-AFE5-EB68-4F4D6194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AAED98-3BD2-F544-BB47-62130B9BB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516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F9B137D-2C99-B84D-7B4D-321473F6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4824475-88DD-917C-351F-77EC03B54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B36CD9-E2B1-AFAE-4A25-5F56FF34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0520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D9B3E-FBB1-61E9-75AB-EFD856D7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251110-63CC-A460-E4CA-E2CF07905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5AE0D87-1233-4C05-F2D1-988A0A62C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27168F-5044-CAE2-E4EC-D380F84B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CB0D98-F4D9-489A-6370-804B2848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D5FE95-B872-F0A5-C7F3-AB4C967E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9168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5C2A9-A458-3DF9-D111-4107D291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073971C-EE24-2BE8-16B5-F1FDA23B8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1CFE14E-4FC4-C418-8BA0-CE20BB9FA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D9238E-0F81-EFE0-A819-01CA1B308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190319-5379-BD76-588D-2C12AF48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845752-316E-5663-A457-7F03AF25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8275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5BC1F6-6C49-306F-54EF-66ED3BE75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248176-5400-6AC2-3653-34B9533BD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4EB738-E494-9326-D7F4-AC2CF3DA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4B3EEE-6688-0970-FAC1-DBDE53C5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EC7359-C87C-7123-6BFF-0EBDA36A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339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8D1DE59-4FB5-68E1-8975-175BBD17C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826C3D-A9CC-FB60-4840-163EC31A2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1C6D21-5B61-32A5-51D5-4AE93870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ECB674-7AC5-31E3-6410-B5A0C1F35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F3BA43-BC9F-F3D8-3B3D-CA967508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60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CA50BBA-0FA6-2798-4E78-05218A17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08D5E1-0992-7158-9DE9-ABC90ECC0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EB7F20-DB13-03AE-F686-29D258E6C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37D2-6AAF-4A33-A7F6-6043D0A6F2F7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CC726D-2109-6F56-B8E5-2C0D1F2D7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8A861E-69D3-7F37-280D-7583F2115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AF77B-71B9-4C68-B660-BD8DE6349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990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454313E-A11E-B2B9-7D74-04F6F9BE0962}"/>
              </a:ext>
            </a:extLst>
          </p:cNvPr>
          <p:cNvSpPr txBox="1"/>
          <p:nvPr/>
        </p:nvSpPr>
        <p:spPr>
          <a:xfrm>
            <a:off x="3048000" y="324738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1A1A70"/>
                </a:solidFill>
              </a:rPr>
              <a:t>sudo</a:t>
            </a:r>
            <a:r>
              <a:rPr lang="fr-FR" sz="1800" dirty="0">
                <a:solidFill>
                  <a:srgbClr val="1A1A70"/>
                </a:solidFill>
              </a:rPr>
              <a:t> apt-get </a:t>
            </a:r>
            <a:r>
              <a:rPr lang="fr-FR" sz="1800" dirty="0" err="1">
                <a:solidFill>
                  <a:srgbClr val="1A1A70"/>
                </a:solidFill>
              </a:rPr>
              <a:t>install</a:t>
            </a:r>
            <a:r>
              <a:rPr lang="fr-FR" sz="1800" dirty="0">
                <a:solidFill>
                  <a:srgbClr val="1A1A70"/>
                </a:solidFill>
              </a:rPr>
              <a:t> </a:t>
            </a:r>
            <a:r>
              <a:rPr lang="fr-FR" sz="1800" dirty="0" err="1">
                <a:solidFill>
                  <a:srgbClr val="1A1A70"/>
                </a:solidFill>
              </a:rPr>
              <a:t>gparted</a:t>
            </a:r>
            <a:endParaRPr lang="fr-FR" sz="1800" dirty="0">
              <a:solidFill>
                <a:srgbClr val="1A1A70"/>
              </a:solidFill>
            </a:endParaRPr>
          </a:p>
          <a:p>
            <a:endParaRPr lang="fr-FR" dirty="0">
              <a:solidFill>
                <a:srgbClr val="1A1A70"/>
              </a:solidFill>
            </a:endParaRPr>
          </a:p>
          <a:p>
            <a:pPr algn="just">
              <a:spcAft>
                <a:spcPts val="0"/>
              </a:spcAft>
            </a:pPr>
            <a:r>
              <a:rPr lang="en-US" dirty="0" err="1">
                <a:solidFill>
                  <a:srgbClr val="262626"/>
                </a:solidFill>
                <a:latin typeface="Menlo Bold"/>
                <a:ea typeface="ＭＳ 明朝"/>
                <a:cs typeface="Times New Roman"/>
              </a:rPr>
              <a:t>sudo</a:t>
            </a:r>
            <a:r>
              <a:rPr lang="en-US" dirty="0">
                <a:solidFill>
                  <a:srgbClr val="262626"/>
                </a:solidFill>
                <a:latin typeface="Menlo Bold"/>
                <a:ea typeface="ＭＳ 明朝"/>
                <a:cs typeface="Times New Roman"/>
              </a:rPr>
              <a:t> tar -</a:t>
            </a:r>
            <a:r>
              <a:rPr lang="en-US" dirty="0" err="1">
                <a:solidFill>
                  <a:srgbClr val="262626"/>
                </a:solidFill>
                <a:latin typeface="Menlo Bold"/>
                <a:ea typeface="ＭＳ 明朝"/>
                <a:cs typeface="Times New Roman"/>
              </a:rPr>
              <a:t>xvjpSf</a:t>
            </a:r>
            <a:r>
              <a:rPr lang="en-US" dirty="0">
                <a:solidFill>
                  <a:srgbClr val="262626"/>
                </a:solidFill>
                <a:latin typeface="Menlo Bold"/>
                <a:ea typeface="ＭＳ 明朝"/>
                <a:cs typeface="Times New Roman"/>
              </a:rPr>
              <a:t> kernel.tar.bz2 -C /media/$USER/KERNEL</a:t>
            </a:r>
            <a:endParaRPr lang="fr-MA" dirty="0">
              <a:ea typeface="ＭＳ 明朝"/>
              <a:cs typeface="Times New Roman"/>
            </a:endParaRPr>
          </a:p>
          <a:p>
            <a:pPr algn="just">
              <a:spcAft>
                <a:spcPts val="0"/>
              </a:spcAft>
            </a:pPr>
            <a:r>
              <a:rPr lang="en-US">
                <a:solidFill>
                  <a:srgbClr val="262626"/>
                </a:solidFill>
                <a:latin typeface="Menlo Bold"/>
                <a:ea typeface="ＭＳ 明朝"/>
                <a:cs typeface="Times New Roman"/>
              </a:rPr>
              <a:t>sudo</a:t>
            </a:r>
            <a:r>
              <a:rPr lang="en-US" dirty="0">
                <a:solidFill>
                  <a:srgbClr val="262626"/>
                </a:solidFill>
                <a:latin typeface="Menlo Bold"/>
                <a:ea typeface="ＭＳ 明朝"/>
                <a:cs typeface="Times New Roman"/>
              </a:rPr>
              <a:t> tar -</a:t>
            </a:r>
            <a:r>
              <a:rPr lang="en-US" dirty="0" err="1">
                <a:solidFill>
                  <a:srgbClr val="262626"/>
                </a:solidFill>
                <a:latin typeface="Menlo Bold"/>
                <a:ea typeface="ＭＳ 明朝"/>
                <a:cs typeface="Times New Roman"/>
              </a:rPr>
              <a:t>xvjpSf</a:t>
            </a:r>
            <a:r>
              <a:rPr lang="en-US" dirty="0">
                <a:solidFill>
                  <a:srgbClr val="262626"/>
                </a:solidFill>
                <a:latin typeface="Menlo Bold"/>
                <a:ea typeface="ＭＳ 明朝"/>
                <a:cs typeface="Times New Roman"/>
              </a:rPr>
              <a:t> rootfs.tar.bz2 -C /media/$USER/</a:t>
            </a:r>
            <a:r>
              <a:rPr lang="en-US" dirty="0" err="1">
                <a:solidFill>
                  <a:srgbClr val="262626"/>
                </a:solidFill>
                <a:latin typeface="Menlo Bold"/>
                <a:ea typeface="ＭＳ 明朝"/>
                <a:cs typeface="Times New Roman"/>
              </a:rPr>
              <a:t>rootfs</a:t>
            </a:r>
            <a:endParaRPr lang="fr-MA" dirty="0">
              <a:ea typeface="ＭＳ 明朝"/>
              <a:cs typeface="Times New Roman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95893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Grand écran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ＭＳ 明朝</vt:lpstr>
      <vt:lpstr>Arial</vt:lpstr>
      <vt:lpstr>Calibri</vt:lpstr>
      <vt:lpstr>Calibri Light</vt:lpstr>
      <vt:lpstr>Menlo Bold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2026-02-26T14:23:49Z</dcterms:created>
  <dcterms:modified xsi:type="dcterms:W3CDTF">2026-02-26T14:24:01Z</dcterms:modified>
</cp:coreProperties>
</file>